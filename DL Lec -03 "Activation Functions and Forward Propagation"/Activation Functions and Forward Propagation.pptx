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</c:v>
                </c:pt>
              </c:strCache>
            </c:strRef>
          </c:tx>
          <c:spPr>
            <a:solidFill>
              <a:srgbClr val="5A6B7A"/>
            </a:solidFill>
            <a:ln w="38100" cap="flat">
              <a:solidFill>
                <a:srgbClr val="5A6B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6B7A"/>
              </a:solidFill>
              <a:ln w="9525" cap="flat">
                <a:solidFill>
                  <a:srgbClr val="5A6B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-10</c:v>
                  </c:pt>
                  <c:pt idx="1">
                    <c:v>-9</c:v>
                  </c:pt>
                  <c:pt idx="2">
                    <c:v>-8</c:v>
                  </c:pt>
                  <c:pt idx="3">
                    <c:v>-7</c:v>
                  </c:pt>
                  <c:pt idx="4">
                    <c:v>-6</c:v>
                  </c:pt>
                  <c:pt idx="5">
                    <c:v>-5</c:v>
                  </c:pt>
                  <c:pt idx="6">
                    <c:v>-4</c:v>
                  </c:pt>
                  <c:pt idx="7">
                    <c:v>-3</c:v>
                  </c:pt>
                  <c:pt idx="8">
                    <c:v>-2</c:v>
                  </c:pt>
                  <c:pt idx="9">
                    <c:v>-1</c:v>
                  </c:pt>
                  <c:pt idx="10">
                    <c:v>0</c:v>
                  </c:pt>
                  <c:pt idx="11">
                    <c:v>1</c:v>
                  </c:pt>
                  <c:pt idx="12">
                    <c:v>2</c:v>
                  </c:pt>
                  <c:pt idx="13">
                    <c:v>3</c:v>
                  </c:pt>
                  <c:pt idx="14">
                    <c:v>4</c:v>
                  </c:pt>
                  <c:pt idx="15">
                    <c:v>5</c:v>
                  </c:pt>
                  <c:pt idx="16">
                    <c:v>6</c:v>
                  </c:pt>
                  <c:pt idx="17">
                    <c:v>7</c:v>
                  </c:pt>
                  <c:pt idx="18">
                    <c:v>8</c:v>
                  </c:pt>
                  <c:pt idx="19">
                    <c:v>9</c:v>
                  </c:pt>
                  <c:pt idx="20">
                    <c:v>10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-10</c:v>
                </c:pt>
                <c:pt idx="1">
                  <c:v>-9</c:v>
                </c:pt>
                <c:pt idx="2">
                  <c:v>-8</c:v>
                </c:pt>
                <c:pt idx="3">
                  <c:v>-7</c:v>
                </c:pt>
                <c:pt idx="4">
                  <c:v>-6</c:v>
                </c:pt>
                <c:pt idx="5">
                  <c:v>-5</c:v>
                </c:pt>
                <c:pt idx="6">
                  <c:v>-4</c:v>
                </c:pt>
                <c:pt idx="7">
                  <c:v>-3</c:v>
                </c:pt>
                <c:pt idx="8">
                  <c:v>-2</c:v>
                </c:pt>
                <c:pt idx="9">
                  <c:v>-1</c:v>
                </c:pt>
                <c:pt idx="10">
                  <c:v>0</c:v>
                </c:pt>
                <c:pt idx="11">
                  <c:v>1</c:v>
                </c:pt>
                <c:pt idx="12">
                  <c:v>2</c:v>
                </c:pt>
                <c:pt idx="13">
                  <c:v>3</c:v>
                </c:pt>
                <c:pt idx="14">
                  <c:v>4</c:v>
                </c:pt>
                <c:pt idx="15">
                  <c:v>5</c:v>
                </c:pt>
                <c:pt idx="16">
                  <c:v>6</c:v>
                </c:pt>
                <c:pt idx="17">
                  <c:v>7</c:v>
                </c:pt>
                <c:pt idx="18">
                  <c:v>8</c:v>
                </c:pt>
                <c:pt idx="19">
                  <c:v>9</c:v>
                </c:pt>
                <c:pt idx="20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nonlinear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-7.979663739790698</c:v>
                </c:pt>
                <c:pt idx="1">
                  <c:v>-7.960438029493844</c:v>
                </c:pt>
                <c:pt idx="2">
                  <c:v>-7.923123953805447</c:v>
                </c:pt>
                <c:pt idx="3">
                  <c:v>-7.850944650478933</c:v>
                </c:pt>
                <c:pt idx="4">
                  <c:v>-7.712220640606535</c:v>
                </c:pt>
                <c:pt idx="5">
                  <c:v>-7.448876869340621</c:v>
                </c:pt>
                <c:pt idx="6">
                  <c:v>-6.960493293941375</c:v>
                </c:pt>
                <c:pt idx="7">
                  <c:v>-6.092753247646119</c:v>
                </c:pt>
                <c:pt idx="8">
                  <c:v>-4.662263562783282</c:v>
                </c:pt>
                <c:pt idx="9">
                  <c:v>-2.5721019002530747</c:v>
                </c:pt>
                <c:pt idx="10">
                  <c:v>0</c:v>
                </c:pt>
                <c:pt idx="11">
                  <c:v>2.5721019002530747</c:v>
                </c:pt>
                <c:pt idx="12">
                  <c:v>4.662263562783282</c:v>
                </c:pt>
                <c:pt idx="13">
                  <c:v>6.092753247646119</c:v>
                </c:pt>
                <c:pt idx="14">
                  <c:v>6.960493293941375</c:v>
                </c:pt>
                <c:pt idx="15">
                  <c:v>7.448876869340621</c:v>
                </c:pt>
                <c:pt idx="16">
                  <c:v>7.712220640606535</c:v>
                </c:pt>
                <c:pt idx="17">
                  <c:v>7.850944650478933</c:v>
                </c:pt>
                <c:pt idx="18">
                  <c:v>7.923123953805447</c:v>
                </c:pt>
                <c:pt idx="19">
                  <c:v>7.960438029493844</c:v>
                </c:pt>
                <c:pt idx="20">
                  <c:v>7.979663739790698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sigmoid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Sheet1!$A$2:$A$122</c:f>
              <c:multiLvlStrCache>
                <c:ptCount val="1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  <c:pt idx="53">
                    <c:v>53</c:v>
                  </c:pt>
                  <c:pt idx="54">
                    <c:v>54</c:v>
                  </c:pt>
                  <c:pt idx="55">
                    <c:v>55</c:v>
                  </c:pt>
                  <c:pt idx="56">
                    <c:v>56</c:v>
                  </c:pt>
                  <c:pt idx="57">
                    <c:v>57</c:v>
                  </c:pt>
                  <c:pt idx="58">
                    <c:v>58</c:v>
                  </c:pt>
                  <c:pt idx="59">
                    <c:v>59</c:v>
                  </c:pt>
                  <c:pt idx="60">
                    <c:v>60</c:v>
                  </c:pt>
                  <c:pt idx="61">
                    <c:v>61</c:v>
                  </c:pt>
                  <c:pt idx="62">
                    <c:v>62</c:v>
                  </c:pt>
                  <c:pt idx="63">
                    <c:v>63</c:v>
                  </c:pt>
                  <c:pt idx="64">
                    <c:v>64</c:v>
                  </c:pt>
                  <c:pt idx="65">
                    <c:v>65</c:v>
                  </c:pt>
                  <c:pt idx="66">
                    <c:v>66</c:v>
                  </c:pt>
                  <c:pt idx="67">
                    <c:v>67</c:v>
                  </c:pt>
                  <c:pt idx="68">
                    <c:v>68</c:v>
                  </c:pt>
                  <c:pt idx="69">
                    <c:v>69</c:v>
                  </c:pt>
                  <c:pt idx="70">
                    <c:v>70</c:v>
                  </c:pt>
                  <c:pt idx="71">
                    <c:v>71</c:v>
                  </c:pt>
                  <c:pt idx="72">
                    <c:v>72</c:v>
                  </c:pt>
                  <c:pt idx="73">
                    <c:v>73</c:v>
                  </c:pt>
                  <c:pt idx="74">
                    <c:v>74</c:v>
                  </c:pt>
                  <c:pt idx="75">
                    <c:v>75</c:v>
                  </c:pt>
                  <c:pt idx="76">
                    <c:v>76</c:v>
                  </c:pt>
                  <c:pt idx="77">
                    <c:v>77</c:v>
                  </c:pt>
                  <c:pt idx="78">
                    <c:v>78</c:v>
                  </c:pt>
                  <c:pt idx="79">
                    <c:v>79</c:v>
                  </c:pt>
                  <c:pt idx="80">
                    <c:v>80</c:v>
                  </c:pt>
                  <c:pt idx="81">
                    <c:v>81</c:v>
                  </c:pt>
                  <c:pt idx="82">
                    <c:v>82</c:v>
                  </c:pt>
                  <c:pt idx="83">
                    <c:v>83</c:v>
                  </c:pt>
                  <c:pt idx="84">
                    <c:v>84</c:v>
                  </c:pt>
                  <c:pt idx="85">
                    <c:v>85</c:v>
                  </c:pt>
                  <c:pt idx="86">
                    <c:v>86</c:v>
                  </c:pt>
                  <c:pt idx="87">
                    <c:v>87</c:v>
                  </c:pt>
                  <c:pt idx="88">
                    <c:v>88</c:v>
                  </c:pt>
                  <c:pt idx="89">
                    <c:v>89</c:v>
                  </c:pt>
                  <c:pt idx="90">
                    <c:v>90</c:v>
                  </c:pt>
                  <c:pt idx="91">
                    <c:v>91</c:v>
                  </c:pt>
                  <c:pt idx="92">
                    <c:v>92</c:v>
                  </c:pt>
                  <c:pt idx="93">
                    <c:v>93</c:v>
                  </c:pt>
                  <c:pt idx="94">
                    <c:v>94</c:v>
                  </c:pt>
                  <c:pt idx="95">
                    <c:v>95</c:v>
                  </c:pt>
                  <c:pt idx="96">
                    <c:v>96</c:v>
                  </c:pt>
                  <c:pt idx="97">
                    <c:v>97</c:v>
                  </c:pt>
                  <c:pt idx="98">
                    <c:v>98</c:v>
                  </c:pt>
                  <c:pt idx="99">
                    <c:v>99</c:v>
                  </c:pt>
                  <c:pt idx="100">
                    <c:v>100</c:v>
                  </c:pt>
                  <c:pt idx="101">
                    <c:v>101</c:v>
                  </c:pt>
                  <c:pt idx="102">
                    <c:v>102</c:v>
                  </c:pt>
                  <c:pt idx="103">
                    <c:v>103</c:v>
                  </c:pt>
                  <c:pt idx="104">
                    <c:v>104</c:v>
                  </c:pt>
                  <c:pt idx="105">
                    <c:v>105</c:v>
                  </c:pt>
                  <c:pt idx="106">
                    <c:v>106</c:v>
                  </c:pt>
                  <c:pt idx="107">
                    <c:v>107</c:v>
                  </c:pt>
                  <c:pt idx="108">
                    <c:v>108</c:v>
                  </c:pt>
                  <c:pt idx="109">
                    <c:v>109</c:v>
                  </c:pt>
                  <c:pt idx="110">
                    <c:v>110</c:v>
                  </c:pt>
                  <c:pt idx="111">
                    <c:v>111</c:v>
                  </c:pt>
                  <c:pt idx="112">
                    <c:v>112</c:v>
                  </c:pt>
                  <c:pt idx="113">
                    <c:v>113</c:v>
                  </c:pt>
                  <c:pt idx="114">
                    <c:v>114</c:v>
                  </c:pt>
                  <c:pt idx="115">
                    <c:v>115</c:v>
                  </c:pt>
                  <c:pt idx="116">
                    <c:v>116</c:v>
                  </c:pt>
                  <c:pt idx="117">
                    <c:v>117</c:v>
                  </c:pt>
                  <c:pt idx="118">
                    <c:v>118</c:v>
                  </c:pt>
                  <c:pt idx="119">
                    <c:v>119</c:v>
                  </c:pt>
                  <c:pt idx="120">
                    <c:v>120</c:v>
                  </c:pt>
                </c:lvl>
              </c:multiLvlStrCache>
            </c:multiLvlStrRef>
          </c:cat>
          <c:val>
            <c:numRef>
              <c:f>Sheet1!$B$2:$B$122</c:f>
              <c:numCache>
                <c:formatCode>General</c:formatCode>
                <c:ptCount val="121"/>
                <c:pt idx="0">
                  <c:v>0.0024726231566347743</c:v>
                </c:pt>
                <c:pt idx="1">
                  <c:v>0.002731960763011059</c:v>
                </c:pt>
                <c:pt idx="2">
                  <c:v>0.0030184163247084245</c:v>
                </c:pt>
                <c:pt idx="3">
                  <c:v>0.0033348073074133443</c:v>
                </c:pt>
                <c:pt idx="4">
                  <c:v>0.003684239899435989</c:v>
                </c:pt>
                <c:pt idx="5">
                  <c:v>0.004070137715896128</c:v>
                </c:pt>
                <c:pt idx="6">
                  <c:v>0.004496273160941178</c:v>
                </c:pt>
                <c:pt idx="7">
                  <c:v>0.004966801650056961</c:v>
                </c:pt>
                <c:pt idx="8">
                  <c:v>0.005486298899450404</c:v>
                </c:pt>
                <c:pt idx="9">
                  <c:v>0.006059801491584117</c:v>
                </c:pt>
                <c:pt idx="10">
                  <c:v>0.0066928509242848554</c:v>
                </c:pt>
                <c:pt idx="11">
                  <c:v>0.007391541344281971</c:v>
                </c:pt>
                <c:pt idx="12">
                  <c:v>0.008162571153159897</c:v>
                </c:pt>
                <c:pt idx="13">
                  <c:v>0.009013298652847824</c:v>
                </c:pt>
                <c:pt idx="14">
                  <c:v>0.009951801866904324</c:v>
                </c:pt>
                <c:pt idx="15">
                  <c:v>0.01098694263059318</c:v>
                </c:pt>
                <c:pt idx="16">
                  <c:v>0.012128434984274237</c:v>
                </c:pt>
                <c:pt idx="17">
                  <c:v>0.013386917827664779</c:v>
                </c:pt>
                <c:pt idx="18">
                  <c:v>0.014774031693273055</c:v>
                </c:pt>
                <c:pt idx="19">
                  <c:v>0.016302499371440946</c:v>
                </c:pt>
                <c:pt idx="20">
                  <c:v>0.01798620996209156</c:v>
                </c:pt>
                <c:pt idx="21">
                  <c:v>0.01984030573407751</c:v>
                </c:pt>
                <c:pt idx="22">
                  <c:v>0.021881270936130476</c:v>
                </c:pt>
                <c:pt idx="23">
                  <c:v>0.024127021417669196</c:v>
                </c:pt>
                <c:pt idx="24">
                  <c:v>0.026596993576865856</c:v>
                </c:pt>
                <c:pt idx="25">
                  <c:v>0.02931223075135632</c:v>
                </c:pt>
                <c:pt idx="26">
                  <c:v>0.032295464698450516</c:v>
                </c:pt>
                <c:pt idx="27">
                  <c:v>0.03557118927263618</c:v>
                </c:pt>
                <c:pt idx="28">
                  <c:v>0.039165722796764356</c:v>
                </c:pt>
                <c:pt idx="29">
                  <c:v>0.043107254941086116</c:v>
                </c:pt>
                <c:pt idx="30">
                  <c:v>0.04742587317756678</c:v>
                </c:pt>
                <c:pt idx="31">
                  <c:v>0.05215356307841774</c:v>
                </c:pt>
                <c:pt idx="32">
                  <c:v>0.057324175898868755</c:v>
                </c:pt>
                <c:pt idx="33">
                  <c:v>0.06297335605699649</c:v>
                </c:pt>
                <c:pt idx="34">
                  <c:v>0.06913842034334682</c:v>
                </c:pt>
                <c:pt idx="35">
                  <c:v>0.07585818002124355</c:v>
                </c:pt>
                <c:pt idx="36">
                  <c:v>0.08317269649392238</c:v>
                </c:pt>
                <c:pt idx="37">
                  <c:v>0.09112296101485616</c:v>
                </c:pt>
                <c:pt idx="38">
                  <c:v>0.09975048911968513</c:v>
                </c:pt>
                <c:pt idx="39">
                  <c:v>0.10909682119561294</c:v>
                </c:pt>
                <c:pt idx="40">
                  <c:v>0.11920292202211755</c:v>
                </c:pt>
                <c:pt idx="41">
                  <c:v>0.13010847436299786</c:v>
                </c:pt>
                <c:pt idx="42">
                  <c:v>0.14185106490048777</c:v>
                </c:pt>
                <c:pt idx="43">
                  <c:v>0.15446526508353473</c:v>
                </c:pt>
                <c:pt idx="44">
                  <c:v>0.16798161486607552</c:v>
                </c:pt>
                <c:pt idx="45">
                  <c:v>0.18242552380635635</c:v>
                </c:pt>
                <c:pt idx="46">
                  <c:v>0.19781611144141825</c:v>
                </c:pt>
                <c:pt idx="47">
                  <c:v>0.2141650169574414</c:v>
                </c:pt>
                <c:pt idx="48">
                  <c:v>0.23147521650098238</c:v>
                </c:pt>
                <c:pt idx="49">
                  <c:v>0.24973989440488234</c:v>
                </c:pt>
                <c:pt idx="50">
                  <c:v>0.2689414213699951</c:v>
                </c:pt>
                <c:pt idx="51">
                  <c:v>0.289050497374996</c:v>
                </c:pt>
                <c:pt idx="52">
                  <c:v>0.31002551887238755</c:v>
                </c:pt>
                <c:pt idx="53">
                  <c:v>0.3318122278318339</c:v>
                </c:pt>
                <c:pt idx="54">
                  <c:v>0.35434369377420455</c:v>
                </c:pt>
                <c:pt idx="55">
                  <c:v>0.3775406687981454</c:v>
                </c:pt>
                <c:pt idx="56">
                  <c:v>0.401312339887548</c:v>
                </c:pt>
                <c:pt idx="57">
                  <c:v>0.425557483188341</c:v>
                </c:pt>
                <c:pt idx="58">
                  <c:v>0.45016600268752216</c:v>
                </c:pt>
                <c:pt idx="59">
                  <c:v>0.47502081252106</c:v>
                </c:pt>
                <c:pt idx="60">
                  <c:v>0.5</c:v>
                </c:pt>
                <c:pt idx="61">
                  <c:v>0.52497918747894</c:v>
                </c:pt>
                <c:pt idx="62">
                  <c:v>0.549833997312478</c:v>
                </c:pt>
                <c:pt idx="63">
                  <c:v>0.574442516811659</c:v>
                </c:pt>
                <c:pt idx="64">
                  <c:v>0.598687660112452</c:v>
                </c:pt>
                <c:pt idx="65">
                  <c:v>0.6224593312018546</c:v>
                </c:pt>
                <c:pt idx="66">
                  <c:v>0.6456563062257954</c:v>
                </c:pt>
                <c:pt idx="67">
                  <c:v>0.6681877721681662</c:v>
                </c:pt>
                <c:pt idx="68">
                  <c:v>0.6899744811276125</c:v>
                </c:pt>
                <c:pt idx="69">
                  <c:v>0.7109495026250039</c:v>
                </c:pt>
                <c:pt idx="70">
                  <c:v>0.7310585786300049</c:v>
                </c:pt>
                <c:pt idx="71">
                  <c:v>0.7502601055951177</c:v>
                </c:pt>
                <c:pt idx="72">
                  <c:v>0.7685247834990175</c:v>
                </c:pt>
                <c:pt idx="73">
                  <c:v>0.7858349830425586</c:v>
                </c:pt>
                <c:pt idx="74">
                  <c:v>0.8021838885585817</c:v>
                </c:pt>
                <c:pt idx="75">
                  <c:v>0.8175744761936437</c:v>
                </c:pt>
                <c:pt idx="76">
                  <c:v>0.8320183851339245</c:v>
                </c:pt>
                <c:pt idx="77">
                  <c:v>0.8455347349164652</c:v>
                </c:pt>
                <c:pt idx="78">
                  <c:v>0.8581489350995123</c:v>
                </c:pt>
                <c:pt idx="79">
                  <c:v>0.8698915256370021</c:v>
                </c:pt>
                <c:pt idx="80">
                  <c:v>0.8807970779778823</c:v>
                </c:pt>
                <c:pt idx="81">
                  <c:v>0.8909031788043871</c:v>
                </c:pt>
                <c:pt idx="82">
                  <c:v>0.9002495108803148</c:v>
                </c:pt>
                <c:pt idx="83">
                  <c:v>0.9088770389851438</c:v>
                </c:pt>
                <c:pt idx="84">
                  <c:v>0.9168273035060777</c:v>
                </c:pt>
                <c:pt idx="85">
                  <c:v>0.9241418199787566</c:v>
                </c:pt>
                <c:pt idx="86">
                  <c:v>0.9308615796566533</c:v>
                </c:pt>
                <c:pt idx="87">
                  <c:v>0.9370266439430035</c:v>
                </c:pt>
                <c:pt idx="88">
                  <c:v>0.9426758241011313</c:v>
                </c:pt>
                <c:pt idx="89">
                  <c:v>0.9478464369215823</c:v>
                </c:pt>
                <c:pt idx="90">
                  <c:v>0.9525741268224334</c:v>
                </c:pt>
                <c:pt idx="91">
                  <c:v>0.9568927450589139</c:v>
                </c:pt>
                <c:pt idx="92">
                  <c:v>0.9608342772032357</c:v>
                </c:pt>
                <c:pt idx="93">
                  <c:v>0.9644288107273639</c:v>
                </c:pt>
                <c:pt idx="94">
                  <c:v>0.9677045353015494</c:v>
                </c:pt>
                <c:pt idx="95">
                  <c:v>0.9706877692486436</c:v>
                </c:pt>
                <c:pt idx="96">
                  <c:v>0.973403006423134</c:v>
                </c:pt>
                <c:pt idx="97">
                  <c:v>0.9758729785823308</c:v>
                </c:pt>
                <c:pt idx="98">
                  <c:v>0.9781187290638694</c:v>
                </c:pt>
                <c:pt idx="99">
                  <c:v>0.9801596942659225</c:v>
                </c:pt>
                <c:pt idx="100">
                  <c:v>0.9820137900379085</c:v>
                </c:pt>
                <c:pt idx="101">
                  <c:v>0.9836975006285591</c:v>
                </c:pt>
                <c:pt idx="102">
                  <c:v>0.9852259683067269</c:v>
                </c:pt>
                <c:pt idx="103">
                  <c:v>0.9866130821723351</c:v>
                </c:pt>
                <c:pt idx="104">
                  <c:v>0.9878715650157257</c:v>
                </c:pt>
                <c:pt idx="105">
                  <c:v>0.9890130573694068</c:v>
                </c:pt>
                <c:pt idx="106">
                  <c:v>0.9900481981330957</c:v>
                </c:pt>
                <c:pt idx="107">
                  <c:v>0.990986701347152</c:v>
                </c:pt>
                <c:pt idx="108">
                  <c:v>0.9918374288468401</c:v>
                </c:pt>
                <c:pt idx="109">
                  <c:v>0.9926084586557181</c:v>
                </c:pt>
                <c:pt idx="110">
                  <c:v>0.9933071490757153</c:v>
                </c:pt>
                <c:pt idx="111">
                  <c:v>0.9939401985084158</c:v>
                </c:pt>
                <c:pt idx="112">
                  <c:v>0.9945137011005495</c:v>
                </c:pt>
                <c:pt idx="113">
                  <c:v>0.995033198349943</c:v>
                </c:pt>
                <c:pt idx="114">
                  <c:v>0.9955037268390589</c:v>
                </c:pt>
                <c:pt idx="115">
                  <c:v>0.995929862284104</c:v>
                </c:pt>
                <c:pt idx="116">
                  <c:v>0.9963157601005641</c:v>
                </c:pt>
                <c:pt idx="117">
                  <c:v>0.9966651926925867</c:v>
                </c:pt>
                <c:pt idx="118">
                  <c:v>0.9969815836752917</c:v>
                </c:pt>
                <c:pt idx="119">
                  <c:v>0.997268039236989</c:v>
                </c:pt>
                <c:pt idx="120">
                  <c:v>0.9975273768433653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tanh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Sheet1!$A$2:$A$122</c:f>
              <c:multiLvlStrCache>
                <c:ptCount val="1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  <c:pt idx="53">
                    <c:v>53</c:v>
                  </c:pt>
                  <c:pt idx="54">
                    <c:v>54</c:v>
                  </c:pt>
                  <c:pt idx="55">
                    <c:v>55</c:v>
                  </c:pt>
                  <c:pt idx="56">
                    <c:v>56</c:v>
                  </c:pt>
                  <c:pt idx="57">
                    <c:v>57</c:v>
                  </c:pt>
                  <c:pt idx="58">
                    <c:v>58</c:v>
                  </c:pt>
                  <c:pt idx="59">
                    <c:v>59</c:v>
                  </c:pt>
                  <c:pt idx="60">
                    <c:v>60</c:v>
                  </c:pt>
                  <c:pt idx="61">
                    <c:v>61</c:v>
                  </c:pt>
                  <c:pt idx="62">
                    <c:v>62</c:v>
                  </c:pt>
                  <c:pt idx="63">
                    <c:v>63</c:v>
                  </c:pt>
                  <c:pt idx="64">
                    <c:v>64</c:v>
                  </c:pt>
                  <c:pt idx="65">
                    <c:v>65</c:v>
                  </c:pt>
                  <c:pt idx="66">
                    <c:v>66</c:v>
                  </c:pt>
                  <c:pt idx="67">
                    <c:v>67</c:v>
                  </c:pt>
                  <c:pt idx="68">
                    <c:v>68</c:v>
                  </c:pt>
                  <c:pt idx="69">
                    <c:v>69</c:v>
                  </c:pt>
                  <c:pt idx="70">
                    <c:v>70</c:v>
                  </c:pt>
                  <c:pt idx="71">
                    <c:v>71</c:v>
                  </c:pt>
                  <c:pt idx="72">
                    <c:v>72</c:v>
                  </c:pt>
                  <c:pt idx="73">
                    <c:v>73</c:v>
                  </c:pt>
                  <c:pt idx="74">
                    <c:v>74</c:v>
                  </c:pt>
                  <c:pt idx="75">
                    <c:v>75</c:v>
                  </c:pt>
                  <c:pt idx="76">
                    <c:v>76</c:v>
                  </c:pt>
                  <c:pt idx="77">
                    <c:v>77</c:v>
                  </c:pt>
                  <c:pt idx="78">
                    <c:v>78</c:v>
                  </c:pt>
                  <c:pt idx="79">
                    <c:v>79</c:v>
                  </c:pt>
                  <c:pt idx="80">
                    <c:v>80</c:v>
                  </c:pt>
                  <c:pt idx="81">
                    <c:v>81</c:v>
                  </c:pt>
                  <c:pt idx="82">
                    <c:v>82</c:v>
                  </c:pt>
                  <c:pt idx="83">
                    <c:v>83</c:v>
                  </c:pt>
                  <c:pt idx="84">
                    <c:v>84</c:v>
                  </c:pt>
                  <c:pt idx="85">
                    <c:v>85</c:v>
                  </c:pt>
                  <c:pt idx="86">
                    <c:v>86</c:v>
                  </c:pt>
                  <c:pt idx="87">
                    <c:v>87</c:v>
                  </c:pt>
                  <c:pt idx="88">
                    <c:v>88</c:v>
                  </c:pt>
                  <c:pt idx="89">
                    <c:v>89</c:v>
                  </c:pt>
                  <c:pt idx="90">
                    <c:v>90</c:v>
                  </c:pt>
                  <c:pt idx="91">
                    <c:v>91</c:v>
                  </c:pt>
                  <c:pt idx="92">
                    <c:v>92</c:v>
                  </c:pt>
                  <c:pt idx="93">
                    <c:v>93</c:v>
                  </c:pt>
                  <c:pt idx="94">
                    <c:v>94</c:v>
                  </c:pt>
                  <c:pt idx="95">
                    <c:v>95</c:v>
                  </c:pt>
                  <c:pt idx="96">
                    <c:v>96</c:v>
                  </c:pt>
                  <c:pt idx="97">
                    <c:v>97</c:v>
                  </c:pt>
                  <c:pt idx="98">
                    <c:v>98</c:v>
                  </c:pt>
                  <c:pt idx="99">
                    <c:v>99</c:v>
                  </c:pt>
                  <c:pt idx="100">
                    <c:v>100</c:v>
                  </c:pt>
                  <c:pt idx="101">
                    <c:v>101</c:v>
                  </c:pt>
                  <c:pt idx="102">
                    <c:v>102</c:v>
                  </c:pt>
                  <c:pt idx="103">
                    <c:v>103</c:v>
                  </c:pt>
                  <c:pt idx="104">
                    <c:v>104</c:v>
                  </c:pt>
                  <c:pt idx="105">
                    <c:v>105</c:v>
                  </c:pt>
                  <c:pt idx="106">
                    <c:v>106</c:v>
                  </c:pt>
                  <c:pt idx="107">
                    <c:v>107</c:v>
                  </c:pt>
                  <c:pt idx="108">
                    <c:v>108</c:v>
                  </c:pt>
                  <c:pt idx="109">
                    <c:v>109</c:v>
                  </c:pt>
                  <c:pt idx="110">
                    <c:v>110</c:v>
                  </c:pt>
                  <c:pt idx="111">
                    <c:v>111</c:v>
                  </c:pt>
                  <c:pt idx="112">
                    <c:v>112</c:v>
                  </c:pt>
                  <c:pt idx="113">
                    <c:v>113</c:v>
                  </c:pt>
                  <c:pt idx="114">
                    <c:v>114</c:v>
                  </c:pt>
                  <c:pt idx="115">
                    <c:v>115</c:v>
                  </c:pt>
                  <c:pt idx="116">
                    <c:v>116</c:v>
                  </c:pt>
                  <c:pt idx="117">
                    <c:v>117</c:v>
                  </c:pt>
                  <c:pt idx="118">
                    <c:v>118</c:v>
                  </c:pt>
                  <c:pt idx="119">
                    <c:v>119</c:v>
                  </c:pt>
                  <c:pt idx="120">
                    <c:v>120</c:v>
                  </c:pt>
                </c:lvl>
              </c:multiLvlStrCache>
            </c:multiLvlStrRef>
          </c:cat>
          <c:val>
            <c:numRef>
              <c:f>Sheet1!$B$2:$B$122</c:f>
              <c:numCache>
                <c:formatCode>General</c:formatCode>
                <c:ptCount val="121"/>
                <c:pt idx="0">
                  <c:v>-0.9999877116507956</c:v>
                </c:pt>
                <c:pt idx="1">
                  <c:v>-0.9999849909968058</c:v>
                </c:pt>
                <c:pt idx="2">
                  <c:v>-0.9999816679925603</c:v>
                </c:pt>
                <c:pt idx="3">
                  <c:v>-0.9999776092809898</c:v>
                </c:pt>
                <c:pt idx="4">
                  <c:v>-0.9999726519818308</c:v>
                </c:pt>
                <c:pt idx="5">
                  <c:v>-0.9999665971563038</c:v>
                </c:pt>
                <c:pt idx="6">
                  <c:v>-0.9999592018254402</c:v>
                </c:pt>
                <c:pt idx="7">
                  <c:v>-0.9999501692221211</c:v>
                </c:pt>
                <c:pt idx="8">
                  <c:v>-0.9999391368861988</c:v>
                </c:pt>
                <c:pt idx="9">
                  <c:v>-0.9999256621257943</c:v>
                </c:pt>
                <c:pt idx="10">
                  <c:v>-0.9999092042625951</c:v>
                </c:pt>
                <c:pt idx="11">
                  <c:v>-0.9998891029505544</c:v>
                </c:pt>
                <c:pt idx="12">
                  <c:v>-0.9998645517007605</c:v>
                </c:pt>
                <c:pt idx="13">
                  <c:v>-0.9998345655542966</c:v>
                </c:pt>
                <c:pt idx="14">
                  <c:v>-0.9997979416121845</c:v>
                </c:pt>
                <c:pt idx="15">
                  <c:v>-0.9997532108480275</c:v>
                </c:pt>
                <c:pt idx="16">
                  <c:v>-0.9996985792838805</c:v>
                </c:pt>
                <c:pt idx="17">
                  <c:v>-0.9996318561900731</c:v>
                </c:pt>
                <c:pt idx="18">
                  <c:v>-0.9995503664595334</c:v>
                </c:pt>
                <c:pt idx="19">
                  <c:v>-0.9994508436877974</c:v>
                </c:pt>
                <c:pt idx="20">
                  <c:v>-0.999329299739067</c:v>
                </c:pt>
                <c:pt idx="21">
                  <c:v>-0.999180865670028</c:v>
                </c:pt>
                <c:pt idx="22">
                  <c:v>-0.9989995977858409</c:v>
                </c:pt>
                <c:pt idx="23">
                  <c:v>-0.9987782412811312</c:v>
                </c:pt>
                <c:pt idx="24">
                  <c:v>-0.9985079423323266</c:v>
                </c:pt>
                <c:pt idx="25">
                  <c:v>-0.9981778976111987</c:v>
                </c:pt>
                <c:pt idx="26">
                  <c:v>-0.9977749279342794</c:v>
                </c:pt>
                <c:pt idx="27">
                  <c:v>-0.9972829600991421</c:v>
                </c:pt>
                <c:pt idx="28">
                  <c:v>-0.9966823978396512</c:v>
                </c:pt>
                <c:pt idx="29">
                  <c:v>-0.9959493592219002</c:v>
                </c:pt>
                <c:pt idx="30">
                  <c:v>-0.9950547536867305</c:v>
                </c:pt>
                <c:pt idx="31">
                  <c:v>-0.9939631673505831</c:v>
                </c:pt>
                <c:pt idx="32">
                  <c:v>-0.992631520201128</c:v>
                </c:pt>
                <c:pt idx="33">
                  <c:v>-0.9910074536781176</c:v>
                </c:pt>
                <c:pt idx="34">
                  <c:v>-0.9890274022010992</c:v>
                </c:pt>
                <c:pt idx="35">
                  <c:v>-0.9866142981514303</c:v>
                </c:pt>
                <c:pt idx="36">
                  <c:v>-0.9836748576936802</c:v>
                </c:pt>
                <c:pt idx="37">
                  <c:v>-0.9800963962661914</c:v>
                </c:pt>
                <c:pt idx="38">
                  <c:v>-0.9757431300314515</c:v>
                </c:pt>
                <c:pt idx="39">
                  <c:v>-0.9704519366134539</c:v>
                </c:pt>
                <c:pt idx="40">
                  <c:v>-0.9640275800758169</c:v>
                </c:pt>
                <c:pt idx="41">
                  <c:v>-0.9562374581277391</c:v>
                </c:pt>
                <c:pt idx="42">
                  <c:v>-0.9468060128462683</c:v>
                </c:pt>
                <c:pt idx="43">
                  <c:v>-0.935409070603099</c:v>
                </c:pt>
                <c:pt idx="44">
                  <c:v>-0.9216685544064713</c:v>
                </c:pt>
                <c:pt idx="45">
                  <c:v>-0.9051482536448664</c:v>
                </c:pt>
                <c:pt idx="46">
                  <c:v>-0.8853516482022625</c:v>
                </c:pt>
                <c:pt idx="47">
                  <c:v>-0.8617231593133063</c:v>
                </c:pt>
                <c:pt idx="48">
                  <c:v>-0.8336546070121552</c:v>
                </c:pt>
                <c:pt idx="49">
                  <c:v>-0.8004990217606297</c:v>
                </c:pt>
                <c:pt idx="50">
                  <c:v>-0.7615941559557649</c:v>
                </c:pt>
                <c:pt idx="51">
                  <c:v>-0.7162978701990245</c:v>
                </c:pt>
                <c:pt idx="52">
                  <c:v>-0.6640367702678491</c:v>
                </c:pt>
                <c:pt idx="53">
                  <c:v>-0.6043677771171636</c:v>
                </c:pt>
                <c:pt idx="54">
                  <c:v>-0.5370495669980353</c:v>
                </c:pt>
                <c:pt idx="55">
                  <c:v>-0.46211715726000974</c:v>
                </c:pt>
                <c:pt idx="56">
                  <c:v>-0.3799489622552249</c:v>
                </c:pt>
                <c:pt idx="57">
                  <c:v>-0.2913126124515909</c:v>
                </c:pt>
                <c:pt idx="58">
                  <c:v>-0.197375320224904</c:v>
                </c:pt>
                <c:pt idx="59">
                  <c:v>-0.09966799462495582</c:v>
                </c:pt>
                <c:pt idx="60">
                  <c:v>0</c:v>
                </c:pt>
                <c:pt idx="61">
                  <c:v>0.09966799462495582</c:v>
                </c:pt>
                <c:pt idx="62">
                  <c:v>0.197375320224904</c:v>
                </c:pt>
                <c:pt idx="63">
                  <c:v>0.2913126124515909</c:v>
                </c:pt>
                <c:pt idx="64">
                  <c:v>0.3799489622552249</c:v>
                </c:pt>
                <c:pt idx="65">
                  <c:v>0.46211715726000974</c:v>
                </c:pt>
                <c:pt idx="66">
                  <c:v>0.5370495669980353</c:v>
                </c:pt>
                <c:pt idx="67">
                  <c:v>0.6043677771171636</c:v>
                </c:pt>
                <c:pt idx="68">
                  <c:v>0.6640367702678491</c:v>
                </c:pt>
                <c:pt idx="69">
                  <c:v>0.7162978701990245</c:v>
                </c:pt>
                <c:pt idx="70">
                  <c:v>0.7615941559557649</c:v>
                </c:pt>
                <c:pt idx="71">
                  <c:v>0.8004990217606297</c:v>
                </c:pt>
                <c:pt idx="72">
                  <c:v>0.8336546070121552</c:v>
                </c:pt>
                <c:pt idx="73">
                  <c:v>0.8617231593133063</c:v>
                </c:pt>
                <c:pt idx="74">
                  <c:v>0.8853516482022625</c:v>
                </c:pt>
                <c:pt idx="75">
                  <c:v>0.9051482536448664</c:v>
                </c:pt>
                <c:pt idx="76">
                  <c:v>0.9216685544064713</c:v>
                </c:pt>
                <c:pt idx="77">
                  <c:v>0.935409070603099</c:v>
                </c:pt>
                <c:pt idx="78">
                  <c:v>0.9468060128462683</c:v>
                </c:pt>
                <c:pt idx="79">
                  <c:v>0.9562374581277391</c:v>
                </c:pt>
                <c:pt idx="80">
                  <c:v>0.9640275800758169</c:v>
                </c:pt>
                <c:pt idx="81">
                  <c:v>0.9704519366134539</c:v>
                </c:pt>
                <c:pt idx="82">
                  <c:v>0.9757431300314515</c:v>
                </c:pt>
                <c:pt idx="83">
                  <c:v>0.9800963962661914</c:v>
                </c:pt>
                <c:pt idx="84">
                  <c:v>0.9836748576936802</c:v>
                </c:pt>
                <c:pt idx="85">
                  <c:v>0.9866142981514303</c:v>
                </c:pt>
                <c:pt idx="86">
                  <c:v>0.9890274022010992</c:v>
                </c:pt>
                <c:pt idx="87">
                  <c:v>0.9910074536781176</c:v>
                </c:pt>
                <c:pt idx="88">
                  <c:v>0.992631520201128</c:v>
                </c:pt>
                <c:pt idx="89">
                  <c:v>0.9939631673505831</c:v>
                </c:pt>
                <c:pt idx="90">
                  <c:v>0.9950547536867305</c:v>
                </c:pt>
                <c:pt idx="91">
                  <c:v>0.9959493592219002</c:v>
                </c:pt>
                <c:pt idx="92">
                  <c:v>0.9966823978396512</c:v>
                </c:pt>
                <c:pt idx="93">
                  <c:v>0.9972829600991421</c:v>
                </c:pt>
                <c:pt idx="94">
                  <c:v>0.9977749279342794</c:v>
                </c:pt>
                <c:pt idx="95">
                  <c:v>0.9981778976111987</c:v>
                </c:pt>
                <c:pt idx="96">
                  <c:v>0.9985079423323266</c:v>
                </c:pt>
                <c:pt idx="97">
                  <c:v>0.9987782412811312</c:v>
                </c:pt>
                <c:pt idx="98">
                  <c:v>0.9989995977858409</c:v>
                </c:pt>
                <c:pt idx="99">
                  <c:v>0.999180865670028</c:v>
                </c:pt>
                <c:pt idx="100">
                  <c:v>0.999329299739067</c:v>
                </c:pt>
                <c:pt idx="101">
                  <c:v>0.9994508436877974</c:v>
                </c:pt>
                <c:pt idx="102">
                  <c:v>0.9995503664595334</c:v>
                </c:pt>
                <c:pt idx="103">
                  <c:v>0.9996318561900731</c:v>
                </c:pt>
                <c:pt idx="104">
                  <c:v>0.9996985792838805</c:v>
                </c:pt>
                <c:pt idx="105">
                  <c:v>0.9997532108480275</c:v>
                </c:pt>
                <c:pt idx="106">
                  <c:v>0.9997979416121845</c:v>
                </c:pt>
                <c:pt idx="107">
                  <c:v>0.9998345655542966</c:v>
                </c:pt>
                <c:pt idx="108">
                  <c:v>0.9998645517007605</c:v>
                </c:pt>
                <c:pt idx="109">
                  <c:v>0.9998891029505544</c:v>
                </c:pt>
                <c:pt idx="110">
                  <c:v>0.9999092042625951</c:v>
                </c:pt>
                <c:pt idx="111">
                  <c:v>0.9999256621257943</c:v>
                </c:pt>
                <c:pt idx="112">
                  <c:v>0.9999391368861988</c:v>
                </c:pt>
                <c:pt idx="113">
                  <c:v>0.9999501692221211</c:v>
                </c:pt>
                <c:pt idx="114">
                  <c:v>0.9999592018254402</c:v>
                </c:pt>
                <c:pt idx="115">
                  <c:v>0.9999665971563038</c:v>
                </c:pt>
                <c:pt idx="116">
                  <c:v>0.9999726519818308</c:v>
                </c:pt>
                <c:pt idx="117">
                  <c:v>0.9999776092809898</c:v>
                </c:pt>
                <c:pt idx="118">
                  <c:v>0.9999816679925603</c:v>
                </c:pt>
                <c:pt idx="119">
                  <c:v>0.9999849909968058</c:v>
                </c:pt>
                <c:pt idx="120">
                  <c:v>0.9999877116507956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relu</c:v>
                </c:pt>
              </c:strCache>
            </c:strRef>
          </c:tx>
          <c:spPr>
            <a:solidFill>
              <a:srgbClr val="21295C"/>
            </a:solidFill>
            <a:ln w="38100" cap="flat">
              <a:solidFill>
                <a:srgbClr val="2129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1295C"/>
              </a:solidFill>
              <a:ln w="9525" cap="flat">
                <a:solidFill>
                  <a:srgbClr val="2129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Sheet1!$A$2:$A$122</c:f>
              <c:multiLvlStrCache>
                <c:ptCount val="1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  <c:pt idx="53">
                    <c:v>53</c:v>
                  </c:pt>
                  <c:pt idx="54">
                    <c:v>54</c:v>
                  </c:pt>
                  <c:pt idx="55">
                    <c:v>55</c:v>
                  </c:pt>
                  <c:pt idx="56">
                    <c:v>56</c:v>
                  </c:pt>
                  <c:pt idx="57">
                    <c:v>57</c:v>
                  </c:pt>
                  <c:pt idx="58">
                    <c:v>58</c:v>
                  </c:pt>
                  <c:pt idx="59">
                    <c:v>59</c:v>
                  </c:pt>
                  <c:pt idx="60">
                    <c:v>60</c:v>
                  </c:pt>
                  <c:pt idx="61">
                    <c:v>61</c:v>
                  </c:pt>
                  <c:pt idx="62">
                    <c:v>62</c:v>
                  </c:pt>
                  <c:pt idx="63">
                    <c:v>63</c:v>
                  </c:pt>
                  <c:pt idx="64">
                    <c:v>64</c:v>
                  </c:pt>
                  <c:pt idx="65">
                    <c:v>65</c:v>
                  </c:pt>
                  <c:pt idx="66">
                    <c:v>66</c:v>
                  </c:pt>
                  <c:pt idx="67">
                    <c:v>67</c:v>
                  </c:pt>
                  <c:pt idx="68">
                    <c:v>68</c:v>
                  </c:pt>
                  <c:pt idx="69">
                    <c:v>69</c:v>
                  </c:pt>
                  <c:pt idx="70">
                    <c:v>70</c:v>
                  </c:pt>
                  <c:pt idx="71">
                    <c:v>71</c:v>
                  </c:pt>
                  <c:pt idx="72">
                    <c:v>72</c:v>
                  </c:pt>
                  <c:pt idx="73">
                    <c:v>73</c:v>
                  </c:pt>
                  <c:pt idx="74">
                    <c:v>74</c:v>
                  </c:pt>
                  <c:pt idx="75">
                    <c:v>75</c:v>
                  </c:pt>
                  <c:pt idx="76">
                    <c:v>76</c:v>
                  </c:pt>
                  <c:pt idx="77">
                    <c:v>77</c:v>
                  </c:pt>
                  <c:pt idx="78">
                    <c:v>78</c:v>
                  </c:pt>
                  <c:pt idx="79">
                    <c:v>79</c:v>
                  </c:pt>
                  <c:pt idx="80">
                    <c:v>80</c:v>
                  </c:pt>
                  <c:pt idx="81">
                    <c:v>81</c:v>
                  </c:pt>
                  <c:pt idx="82">
                    <c:v>82</c:v>
                  </c:pt>
                  <c:pt idx="83">
                    <c:v>83</c:v>
                  </c:pt>
                  <c:pt idx="84">
                    <c:v>84</c:v>
                  </c:pt>
                  <c:pt idx="85">
                    <c:v>85</c:v>
                  </c:pt>
                  <c:pt idx="86">
                    <c:v>86</c:v>
                  </c:pt>
                  <c:pt idx="87">
                    <c:v>87</c:v>
                  </c:pt>
                  <c:pt idx="88">
                    <c:v>88</c:v>
                  </c:pt>
                  <c:pt idx="89">
                    <c:v>89</c:v>
                  </c:pt>
                  <c:pt idx="90">
                    <c:v>90</c:v>
                  </c:pt>
                  <c:pt idx="91">
                    <c:v>91</c:v>
                  </c:pt>
                  <c:pt idx="92">
                    <c:v>92</c:v>
                  </c:pt>
                  <c:pt idx="93">
                    <c:v>93</c:v>
                  </c:pt>
                  <c:pt idx="94">
                    <c:v>94</c:v>
                  </c:pt>
                  <c:pt idx="95">
                    <c:v>95</c:v>
                  </c:pt>
                  <c:pt idx="96">
                    <c:v>96</c:v>
                  </c:pt>
                  <c:pt idx="97">
                    <c:v>97</c:v>
                  </c:pt>
                  <c:pt idx="98">
                    <c:v>98</c:v>
                  </c:pt>
                  <c:pt idx="99">
                    <c:v>99</c:v>
                  </c:pt>
                  <c:pt idx="100">
                    <c:v>100</c:v>
                  </c:pt>
                  <c:pt idx="101">
                    <c:v>101</c:v>
                  </c:pt>
                  <c:pt idx="102">
                    <c:v>102</c:v>
                  </c:pt>
                  <c:pt idx="103">
                    <c:v>103</c:v>
                  </c:pt>
                  <c:pt idx="104">
                    <c:v>104</c:v>
                  </c:pt>
                  <c:pt idx="105">
                    <c:v>105</c:v>
                  </c:pt>
                  <c:pt idx="106">
                    <c:v>106</c:v>
                  </c:pt>
                  <c:pt idx="107">
                    <c:v>107</c:v>
                  </c:pt>
                  <c:pt idx="108">
                    <c:v>108</c:v>
                  </c:pt>
                  <c:pt idx="109">
                    <c:v>109</c:v>
                  </c:pt>
                  <c:pt idx="110">
                    <c:v>110</c:v>
                  </c:pt>
                  <c:pt idx="111">
                    <c:v>111</c:v>
                  </c:pt>
                  <c:pt idx="112">
                    <c:v>112</c:v>
                  </c:pt>
                  <c:pt idx="113">
                    <c:v>113</c:v>
                  </c:pt>
                  <c:pt idx="114">
                    <c:v>114</c:v>
                  </c:pt>
                  <c:pt idx="115">
                    <c:v>115</c:v>
                  </c:pt>
                  <c:pt idx="116">
                    <c:v>116</c:v>
                  </c:pt>
                  <c:pt idx="117">
                    <c:v>117</c:v>
                  </c:pt>
                  <c:pt idx="118">
                    <c:v>118</c:v>
                  </c:pt>
                  <c:pt idx="119">
                    <c:v>119</c:v>
                  </c:pt>
                  <c:pt idx="120">
                    <c:v>120</c:v>
                  </c:pt>
                </c:lvl>
              </c:multiLvlStrCache>
            </c:multiLvlStrRef>
          </c:cat>
          <c:val>
            <c:numRef>
              <c:f>Sheet1!$B$2:$B$122</c:f>
              <c:numCache>
                <c:formatCode>General</c:formatCode>
                <c:ptCount val="1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0.1</c:v>
                </c:pt>
                <c:pt idx="62">
                  <c:v>0.2</c:v>
                </c:pt>
                <c:pt idx="63">
                  <c:v>0.3</c:v>
                </c:pt>
                <c:pt idx="64">
                  <c:v>0.4</c:v>
                </c:pt>
                <c:pt idx="65">
                  <c:v>0.5</c:v>
                </c:pt>
                <c:pt idx="66">
                  <c:v>0.6</c:v>
                </c:pt>
                <c:pt idx="67">
                  <c:v>0.7</c:v>
                </c:pt>
                <c:pt idx="68">
                  <c:v>0.8</c:v>
                </c:pt>
                <c:pt idx="69">
                  <c:v>0.9</c:v>
                </c:pt>
                <c:pt idx="70">
                  <c:v>1</c:v>
                </c:pt>
                <c:pt idx="71">
                  <c:v>1.1</c:v>
                </c:pt>
                <c:pt idx="72">
                  <c:v>1.2</c:v>
                </c:pt>
                <c:pt idx="73">
                  <c:v>1.3</c:v>
                </c:pt>
                <c:pt idx="74">
                  <c:v>1.4</c:v>
                </c:pt>
                <c:pt idx="75">
                  <c:v>1.5</c:v>
                </c:pt>
                <c:pt idx="76">
                  <c:v>1.6</c:v>
                </c:pt>
                <c:pt idx="77">
                  <c:v>1.7</c:v>
                </c:pt>
                <c:pt idx="78">
                  <c:v>1.8</c:v>
                </c:pt>
                <c:pt idx="79">
                  <c:v>1.9</c:v>
                </c:pt>
                <c:pt idx="80">
                  <c:v>2</c:v>
                </c:pt>
                <c:pt idx="81">
                  <c:v>2.1</c:v>
                </c:pt>
                <c:pt idx="82">
                  <c:v>2.2</c:v>
                </c:pt>
                <c:pt idx="83">
                  <c:v>2.3</c:v>
                </c:pt>
                <c:pt idx="84">
                  <c:v>2.4</c:v>
                </c:pt>
                <c:pt idx="85">
                  <c:v>2.5</c:v>
                </c:pt>
                <c:pt idx="86">
                  <c:v>2.6</c:v>
                </c:pt>
                <c:pt idx="87">
                  <c:v>2.7</c:v>
                </c:pt>
                <c:pt idx="88">
                  <c:v>2.8</c:v>
                </c:pt>
                <c:pt idx="89">
                  <c:v>2.9</c:v>
                </c:pt>
                <c:pt idx="90">
                  <c:v>3</c:v>
                </c:pt>
                <c:pt idx="91">
                  <c:v>3.1</c:v>
                </c:pt>
                <c:pt idx="92">
                  <c:v>3.2</c:v>
                </c:pt>
                <c:pt idx="93">
                  <c:v>3.3</c:v>
                </c:pt>
                <c:pt idx="94">
                  <c:v>3.4</c:v>
                </c:pt>
                <c:pt idx="95">
                  <c:v>3.5</c:v>
                </c:pt>
                <c:pt idx="96">
                  <c:v>3.6</c:v>
                </c:pt>
                <c:pt idx="97">
                  <c:v>3.7</c:v>
                </c:pt>
                <c:pt idx="98">
                  <c:v>3.8</c:v>
                </c:pt>
                <c:pt idx="99">
                  <c:v>3.9</c:v>
                </c:pt>
                <c:pt idx="100">
                  <c:v>4</c:v>
                </c:pt>
                <c:pt idx="101">
                  <c:v>4.1</c:v>
                </c:pt>
                <c:pt idx="102">
                  <c:v>4.2</c:v>
                </c:pt>
                <c:pt idx="103">
                  <c:v>4.3</c:v>
                </c:pt>
                <c:pt idx="104">
                  <c:v>4.4</c:v>
                </c:pt>
                <c:pt idx="105">
                  <c:v>4.5</c:v>
                </c:pt>
                <c:pt idx="106">
                  <c:v>4.6</c:v>
                </c:pt>
                <c:pt idx="107">
                  <c:v>4.7</c:v>
                </c:pt>
                <c:pt idx="108">
                  <c:v>4.8</c:v>
                </c:pt>
                <c:pt idx="109">
                  <c:v>4.9</c:v>
                </c:pt>
                <c:pt idx="110">
                  <c:v>5</c:v>
                </c:pt>
                <c:pt idx="111">
                  <c:v>5.1</c:v>
                </c:pt>
                <c:pt idx="112">
                  <c:v>5.2</c:v>
                </c:pt>
                <c:pt idx="113">
                  <c:v>5.3</c:v>
                </c:pt>
                <c:pt idx="114">
                  <c:v>5.4</c:v>
                </c:pt>
                <c:pt idx="115">
                  <c:v>5.5</c:v>
                </c:pt>
                <c:pt idx="116">
                  <c:v>5.6</c:v>
                </c:pt>
                <c:pt idx="117">
                  <c:v>5.7</c:v>
                </c:pt>
                <c:pt idx="118">
                  <c:v>5.8</c:v>
                </c:pt>
                <c:pt idx="119">
                  <c:v>5.9</c:v>
                </c:pt>
                <c:pt idx="120">
                  <c:v>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probability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65A8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Cat</c:v>
                  </c:pt>
                  <c:pt idx="1">
                    <c:v>Dog</c:v>
                  </c:pt>
                  <c:pt idx="2">
                    <c:v>Bird</c:v>
                  </c:pt>
                  <c:pt idx="3">
                    <c:v>Fox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0.62</c:v>
                </c:pt>
                <c:pt idx="1">
                  <c:v>0.22</c:v>
                </c:pt>
                <c:pt idx="2">
                  <c:v>0.11</c:v>
                </c:pt>
                <c:pt idx="3">
                  <c:v>0.05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065A8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3" Type="http://schemas.openxmlformats.org/officeDocument/2006/relationships/chart" Target="/ppt/charts/chart4.xml"/><Relationship Id="rId2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3" Type="http://schemas.openxmlformats.org/officeDocument/2006/relationships/chart" Target="/ppt/charts/chart6.xml"/><Relationship Id="rId2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005840" cy="36576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1005840"/>
            <a:ext cx="640080" cy="82296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640080"/>
            <a:ext cx="640080" cy="82296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1463040"/>
            <a:ext cx="1005840" cy="36576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1828800"/>
            <a:ext cx="1005840" cy="182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0" y="1463040"/>
            <a:ext cx="182880" cy="9144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10344" y="923544"/>
            <a:ext cx="164592" cy="164592"/>
          </a:xfrm>
          <a:prstGeom prst="ellipse">
            <a:avLst/>
          </a:prstGeom>
          <a:solidFill>
            <a:srgbClr val="D8E6F0"/>
          </a:solidFill>
          <a:ln/>
        </p:spPr>
      </p:sp>
      <p:sp>
        <p:nvSpPr>
          <p:cNvPr id="9" name="Shape 7"/>
          <p:cNvSpPr/>
          <p:nvPr/>
        </p:nvSpPr>
        <p:spPr>
          <a:xfrm>
            <a:off x="10616184" y="557784"/>
            <a:ext cx="164592" cy="164592"/>
          </a:xfrm>
          <a:prstGeom prst="ellipse">
            <a:avLst/>
          </a:prstGeom>
          <a:solidFill>
            <a:srgbClr val="D8E6F0"/>
          </a:solidFill>
          <a:ln/>
        </p:spPr>
      </p:sp>
      <p:sp>
        <p:nvSpPr>
          <p:cNvPr id="10" name="Shape 8"/>
          <p:cNvSpPr/>
          <p:nvPr/>
        </p:nvSpPr>
        <p:spPr>
          <a:xfrm>
            <a:off x="11256264" y="138074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0250424" y="1746504"/>
            <a:ext cx="164592" cy="164592"/>
          </a:xfrm>
          <a:prstGeom prst="ellipse">
            <a:avLst/>
          </a:prstGeom>
          <a:solidFill>
            <a:srgbClr val="D8E6F0"/>
          </a:solidFill>
          <a:ln/>
        </p:spPr>
      </p:sp>
      <p:sp>
        <p:nvSpPr>
          <p:cNvPr id="12" name="Shape 10"/>
          <p:cNvSpPr/>
          <p:nvPr/>
        </p:nvSpPr>
        <p:spPr>
          <a:xfrm>
            <a:off x="9244584" y="1929384"/>
            <a:ext cx="164592" cy="164592"/>
          </a:xfrm>
          <a:prstGeom prst="ellipse">
            <a:avLst/>
          </a:prstGeom>
          <a:solidFill>
            <a:srgbClr val="D8E6F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9144" y="2295144"/>
            <a:ext cx="164592" cy="164592"/>
          </a:xfrm>
          <a:prstGeom prst="ellipse">
            <a:avLst/>
          </a:prstGeom>
          <a:solidFill>
            <a:srgbClr val="D8E6F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4231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NETWORKS</a:t>
            </a:r>
            <a:endParaRPr lang="en-US" sz="4600" dirty="0"/>
          </a:p>
        </p:txBody>
      </p:sp>
      <p:sp>
        <p:nvSpPr>
          <p:cNvPr id="15" name="Shape 13"/>
          <p:cNvSpPr/>
          <p:nvPr/>
        </p:nvSpPr>
        <p:spPr>
          <a:xfrm>
            <a:off x="868680" y="3429000"/>
            <a:ext cx="64008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118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&amp; Forward Propagation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walkthrough of how a network turns inputs into predictions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Foundations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Neural Network?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is a stack of connected layers that learns to map inputs to outputs.
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connection has a weight, and each neuron combines its inputs before deciding what signal to pass forward.
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Loosely inspired by biological neurons — but the math is just weighted sums and simple functions.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D8E6F0"/>
          </a:solidFill>
          <a:ln/>
        </p:spPr>
      </p:sp>
      <p:pic>
        <p:nvPicPr>
          <p:cNvPr id="5" name="Image 0" descr="/home/claude/nn_pptx/icons/layers-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45354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441655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331720" y="44165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hidden, and output layers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5056632"/>
            <a:ext cx="457200" cy="457200"/>
          </a:xfrm>
          <a:prstGeom prst="ellipse">
            <a:avLst/>
          </a:prstGeom>
          <a:solidFill>
            <a:srgbClr val="D8E6F0"/>
          </a:solidFill>
          <a:ln/>
        </p:spPr>
      </p:sp>
      <p:pic>
        <p:nvPicPr>
          <p:cNvPr id="9" name="Image 1" descr="/home/claude/nn_pptx/icons/network-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515721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503834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Connected: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331720" y="503834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neuron links to the next layer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5678424"/>
            <a:ext cx="457200" cy="457200"/>
          </a:xfrm>
          <a:prstGeom prst="ellipse">
            <a:avLst/>
          </a:prstGeom>
          <a:solidFill>
            <a:srgbClr val="D8E6F0"/>
          </a:solidFill>
          <a:ln/>
        </p:spPr>
      </p:sp>
      <p:pic>
        <p:nvPicPr>
          <p:cNvPr id="13" name="Image 2" descr="/home/claude/nn_pptx/icons/zap-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77900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566013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Trainable: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331720" y="566013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adjust as the network learns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806440" y="1325880"/>
            <a:ext cx="5806440" cy="4709160"/>
          </a:xfrm>
          <a:prstGeom prst="roundRect">
            <a:avLst>
              <a:gd name="adj" fmla="val 2330"/>
            </a:avLst>
          </a:prstGeom>
          <a:solidFill>
            <a:srgbClr val="F7FAFC"/>
          </a:solidFill>
          <a:ln w="12700">
            <a:solidFill>
              <a:srgbClr val="D8E6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675120" y="2313432"/>
            <a:ext cx="1645920" cy="356616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675120" y="2670048"/>
            <a:ext cx="1645920" cy="356616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675120" y="2670048"/>
            <a:ext cx="1645920" cy="1069848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75120" y="2670048"/>
            <a:ext cx="1645920" cy="1783080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675120" y="2313432"/>
            <a:ext cx="1645920" cy="1069848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675120" y="3026664"/>
            <a:ext cx="1645920" cy="356616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675120" y="3383280"/>
            <a:ext cx="1645920" cy="356616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675120" y="3383280"/>
            <a:ext cx="1645920" cy="1069848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675120" y="2313432"/>
            <a:ext cx="1645920" cy="1783080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675120" y="3026664"/>
            <a:ext cx="1645920" cy="1069848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675120" y="3739896"/>
            <a:ext cx="1645920" cy="356616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675120" y="4096512"/>
            <a:ext cx="1645920" cy="356616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321040" y="2313432"/>
            <a:ext cx="1645920" cy="9144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321040" y="2313432"/>
            <a:ext cx="1645920" cy="713232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321040" y="2313432"/>
            <a:ext cx="1645920" cy="1426464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321040" y="2313432"/>
            <a:ext cx="1645920" cy="2139696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321040" y="2313432"/>
            <a:ext cx="1645920" cy="713232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321040" y="3026664"/>
            <a:ext cx="1645920" cy="9144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321040" y="3026664"/>
            <a:ext cx="1645920" cy="713232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8321040" y="3026664"/>
            <a:ext cx="1645920" cy="1426464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8321040" y="2313432"/>
            <a:ext cx="1645920" cy="1426464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321040" y="3026664"/>
            <a:ext cx="1645920" cy="713232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8321040" y="3739896"/>
            <a:ext cx="1645920" cy="9144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8321040" y="3739896"/>
            <a:ext cx="1645920" cy="713232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8321040" y="2313432"/>
            <a:ext cx="1645920" cy="2139696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8321040" y="3026664"/>
            <a:ext cx="1645920" cy="1426464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8321040" y="3739896"/>
            <a:ext cx="1645920" cy="713232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8321040" y="4453128"/>
            <a:ext cx="1645920" cy="9144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9966960" y="2313432"/>
            <a:ext cx="1463040" cy="1069848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966960" y="3026664"/>
            <a:ext cx="1463040" cy="356616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9966960" y="3383280"/>
            <a:ext cx="1463040" cy="356616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9966960" y="3383280"/>
            <a:ext cx="1463040" cy="1069848"/>
          </a:xfrm>
          <a:prstGeom prst="line">
            <a:avLst/>
          </a:prstGeom>
          <a:noFill/>
          <a:ln w="12700">
            <a:solidFill>
              <a:srgbClr val="D8E6F0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6528816" y="2523744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6528816" y="3236976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6528816" y="3950208"/>
            <a:ext cx="292608" cy="29260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6035040" y="5349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53" name="Shape 48"/>
          <p:cNvSpPr/>
          <p:nvPr/>
        </p:nvSpPr>
        <p:spPr>
          <a:xfrm>
            <a:off x="8174736" y="2167128"/>
            <a:ext cx="292608" cy="292608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8174736" y="2880360"/>
            <a:ext cx="292608" cy="292608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174736" y="3593592"/>
            <a:ext cx="292608" cy="292608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8174736" y="4306824"/>
            <a:ext cx="292608" cy="292608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7680960" y="5349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1</a:t>
            </a:r>
            <a:endParaRPr lang="en-US" sz="1100" dirty="0"/>
          </a:p>
        </p:txBody>
      </p:sp>
      <p:sp>
        <p:nvSpPr>
          <p:cNvPr id="58" name="Shape 53"/>
          <p:cNvSpPr/>
          <p:nvPr/>
        </p:nvSpPr>
        <p:spPr>
          <a:xfrm>
            <a:off x="9820656" y="2167128"/>
            <a:ext cx="292608" cy="292608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9820656" y="2880360"/>
            <a:ext cx="292608" cy="292608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9820656" y="3593592"/>
            <a:ext cx="292608" cy="292608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9820656" y="4306824"/>
            <a:ext cx="292608" cy="292608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9326880" y="5349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2</a:t>
            </a:r>
            <a:endParaRPr lang="en-US" sz="1100" dirty="0"/>
          </a:p>
        </p:txBody>
      </p:sp>
      <p:sp>
        <p:nvSpPr>
          <p:cNvPr id="63" name="Shape 58"/>
          <p:cNvSpPr/>
          <p:nvPr/>
        </p:nvSpPr>
        <p:spPr>
          <a:xfrm>
            <a:off x="11283696" y="3236976"/>
            <a:ext cx="292608" cy="292608"/>
          </a:xfrm>
          <a:prstGeom prst="ellipse">
            <a:avLst/>
          </a:prstGeom>
          <a:solidFill>
            <a:srgbClr val="2129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10789920" y="5349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65" name="Text 6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· Overview</a:t>
            </a:r>
            <a:endParaRPr lang="en-US" sz="1000" dirty="0"/>
          </a:p>
        </p:txBody>
      </p:sp>
      <p:sp>
        <p:nvSpPr>
          <p:cNvPr id="66" name="Text 6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Single Neuron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neuron performs the same two-step job: combine, then decide.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2354580"/>
            <a:ext cx="1417320" cy="315468"/>
          </a:xfrm>
          <a:prstGeom prst="line">
            <a:avLst/>
          </a:prstGeom>
          <a:noFill/>
          <a:ln w="12700">
            <a:solidFill>
              <a:srgbClr val="5A6B7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40080" y="26700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43000" y="2921508"/>
            <a:ext cx="1417320" cy="251460"/>
          </a:xfrm>
          <a:prstGeom prst="line">
            <a:avLst/>
          </a:prstGeom>
          <a:noFill/>
          <a:ln w="12700">
            <a:solidFill>
              <a:srgbClr val="5A6B7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40080" y="323697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369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3488436"/>
            <a:ext cx="1417320" cy="818388"/>
          </a:xfrm>
          <a:prstGeom prst="line">
            <a:avLst/>
          </a:prstGeom>
          <a:noFill/>
          <a:ln w="12700">
            <a:solidFill>
              <a:srgbClr val="5A6B7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651760" y="21488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1488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65176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31821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Σ(w·x) +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2834640"/>
            <a:ext cx="731520" cy="9144"/>
          </a:xfrm>
          <a:prstGeom prst="line">
            <a:avLst/>
          </a:prstGeom>
          <a:noFill/>
          <a:ln w="19050">
            <a:solidFill>
              <a:srgbClr val="5A6B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12080" y="21488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pic>
        <p:nvPicPr>
          <p:cNvPr id="19" name="Image 0" descr="/home/claude/nn_pptx/icons/zap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304288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212080" y="26700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21208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f(z)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040880" y="2834640"/>
            <a:ext cx="731520" cy="9144"/>
          </a:xfrm>
          <a:prstGeom prst="line">
            <a:avLst/>
          </a:prstGeom>
          <a:noFill/>
          <a:ln w="19050">
            <a:solidFill>
              <a:srgbClr val="5A6B7A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863840" y="256032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4" name="Text 21"/>
          <p:cNvSpPr/>
          <p:nvPr/>
        </p:nvSpPr>
        <p:spPr>
          <a:xfrm>
            <a:off x="786384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635240" y="3108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8872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w₁, w₂, w₃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41605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7FAFC"/>
          </a:solidFill>
          <a:ln w="12700">
            <a:solidFill>
              <a:srgbClr val="D8E6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4343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Combine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777240" y="475488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input by its weight, sum them, and add a bias term b.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297680" y="41605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7FAFC"/>
          </a:solidFill>
          <a:ln w="12700">
            <a:solidFill>
              <a:srgbClr val="D8E6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4343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Decide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4526280" y="475488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sum z through an activation function f to produce the neuron’s output.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046720" y="41605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7FAFC"/>
          </a:solidFill>
          <a:ln w="12700">
            <a:solidFill>
              <a:srgbClr val="D8E6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75320" y="4343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8275320" y="475488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weights and bias are exactly what the network learns during training.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· The Neuron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Propagation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pushing data through the network, layer by layer, to produce an output.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08960" y="3108960"/>
            <a:ext cx="502920" cy="9144"/>
          </a:xfrm>
          <a:prstGeom prst="line">
            <a:avLst/>
          </a:prstGeom>
          <a:noFill/>
          <a:ln w="25400">
            <a:solidFill>
              <a:srgbClr val="D8E6F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11880" y="21488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Z¹=W¹X+b¹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1188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A¹=f(Z¹)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0760" y="3108960"/>
            <a:ext cx="502920" cy="9144"/>
          </a:xfrm>
          <a:prstGeom prst="line">
            <a:avLst/>
          </a:prstGeom>
          <a:noFill/>
          <a:ln w="25400">
            <a:solidFill>
              <a:srgbClr val="D8E6F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83680" y="21488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Z²=W²A¹+b²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A²=f(Z²)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52560" y="3108960"/>
            <a:ext cx="502920" cy="9144"/>
          </a:xfrm>
          <a:prstGeom prst="line">
            <a:avLst/>
          </a:prstGeom>
          <a:noFill/>
          <a:ln w="25400">
            <a:solidFill>
              <a:srgbClr val="D8E6F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555480" y="2148840"/>
            <a:ext cx="24688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555480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5548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= A²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layer index   ·   W = weights   ·   b = bias   ·   f = activation function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8224A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3" name="Image 0" descr="/home/claude/nn_pptx/icons/arrowRight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349240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63040" y="5074920"/>
            <a:ext cx="9875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flows in one direction only — input toward output. Each layer’s activated output becomes the next layer’s input.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· Forward Propagation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Propagation, Step by Step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990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/home/claude/nn_pptx/icons/networ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545336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325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Receive Input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26280" y="1325880"/>
            <a:ext cx="7086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feature values enter the input layer — one neuron per feature.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32104" y="1965960"/>
            <a:ext cx="9144" cy="365760"/>
          </a:xfrm>
          <a:prstGeom prst="line">
            <a:avLst/>
          </a:prstGeom>
          <a:noFill/>
          <a:ln w="19050">
            <a:solidFill>
              <a:srgbClr val="D8E6F0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548640" y="23317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nn_pptx/icons/sigma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47802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25856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Weighted Sum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26280" y="2258568"/>
            <a:ext cx="7086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neuron multiplies inputs by weights, sums them, and adds a bias: z = W·a + b.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32104" y="2898648"/>
            <a:ext cx="9144" cy="365760"/>
          </a:xfrm>
          <a:prstGeom prst="line">
            <a:avLst/>
          </a:prstGeom>
          <a:noFill/>
          <a:ln w="19050">
            <a:solidFill>
              <a:srgbClr val="D8E6F0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548640" y="326440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/home/claude/nn_pptx/icons/zap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41071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191256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Apply Activation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26280" y="3191256"/>
            <a:ext cx="7086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 passes through an activation function f to produce that neuron’s output: a = f(z).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32104" y="3831336"/>
            <a:ext cx="9144" cy="365760"/>
          </a:xfrm>
          <a:prstGeom prst="line">
            <a:avLst/>
          </a:prstGeom>
          <a:noFill/>
          <a:ln w="19050">
            <a:solidFill>
              <a:srgbClr val="D8E6F0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548640" y="419709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/home/claude/nn_pptx/icons/gitBranch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34340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412394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Pass to Next Layer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4526280" y="4123944"/>
            <a:ext cx="7086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outputs become the inputs for the next layer — repeat until the last layer.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32104" y="4764024"/>
            <a:ext cx="9144" cy="365760"/>
          </a:xfrm>
          <a:prstGeom prst="line">
            <a:avLst/>
          </a:prstGeom>
          <a:noFill/>
          <a:ln w="19050">
            <a:solidFill>
              <a:srgbClr val="D8E6F0"/>
            </a:solidFill>
            <a:prstDash val="dash"/>
          </a:ln>
        </p:spPr>
      </p:sp>
      <p:sp>
        <p:nvSpPr>
          <p:cNvPr id="23" name="Shape 17"/>
          <p:cNvSpPr/>
          <p:nvPr/>
        </p:nvSpPr>
        <p:spPr>
          <a:xfrm>
            <a:off x="548640" y="512978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4" descr="/home/claude/nn_pptx/icons/target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76088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25880" y="505663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Produce Prediction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4526280" y="5056632"/>
            <a:ext cx="7086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layer’s activation is the network’s final prediction ŷ.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· Forward Propagation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Propagation: A Worked Example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neuron, two inputs, ReLU activation — the exact same math every layer repeats.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46120" cy="4434840"/>
          </a:xfrm>
          <a:prstGeom prst="roundRect">
            <a:avLst>
              <a:gd name="adj" fmla="val 338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x₁ =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65960" y="2194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81635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x₂ =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65960" y="281635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43814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w₁ =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65960" y="343814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05993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w₂ =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65960" y="405993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6817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65960" y="46817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5303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f(z) =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65960" y="5303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ReLU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23360" y="1554480"/>
            <a:ext cx="3794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1783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2519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97680" y="23317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(w₁×x₁) + (w₂×x₂) + b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(0.5×2) + (−1×3) + 1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1 − 3 + 1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97680" y="3154680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EAF3F8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0" y="31546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−1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023360" y="3840480"/>
            <a:ext cx="3794760" cy="9144"/>
          </a:xfrm>
          <a:prstGeom prst="line">
            <a:avLst/>
          </a:prstGeom>
          <a:noFill/>
          <a:ln w="12700">
            <a:solidFill>
              <a:srgbClr val="C7D2D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023360" y="3977640"/>
            <a:ext cx="3794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51960" y="4206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42519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4632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Activation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297680" y="47548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ReLU(z) = max(0, z)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max(0, −1)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297680" y="548640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0" y="54864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275320" y="1554480"/>
            <a:ext cx="3337560" cy="4434840"/>
          </a:xfrm>
          <a:prstGeom prst="roundRect">
            <a:avLst>
              <a:gd name="adj" fmla="val 3288"/>
            </a:avLst>
          </a:prstGeom>
          <a:solidFill>
            <a:srgbClr val="EAF3F8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4" name="Image 0" descr="/home/claude/nn_pptx/icons/gitBranch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28800"/>
            <a:ext cx="365760" cy="36576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8531352" y="181051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6" name="Image 1" descr="/home/claude/nn_pptx/icons/gitBranch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68" y="1938528"/>
            <a:ext cx="146304" cy="146304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8549640" y="233172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1450" dirty="0"/>
          </a:p>
        </p:txBody>
      </p:sp>
      <p:sp>
        <p:nvSpPr>
          <p:cNvPr id="38" name="Text 34"/>
          <p:cNvSpPr/>
          <p:nvPr/>
        </p:nvSpPr>
        <p:spPr>
          <a:xfrm>
            <a:off x="8549640" y="274320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neuron’s output, a = 0, becomes one input to every neuron in the next layer.</a:t>
            </a:r>
            <a:endParaRPr lang="en-US" sz="1250" dirty="0"/>
          </a:p>
        </p:txBody>
      </p:sp>
      <p:sp>
        <p:nvSpPr>
          <p:cNvPr id="39" name="Text 35"/>
          <p:cNvSpPr/>
          <p:nvPr/>
        </p:nvSpPr>
        <p:spPr>
          <a:xfrm>
            <a:off x="8549640" y="361188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two steps — weighted sum, then activation — repeat at every neuron, in every layer, until the final layer produces the prediction ŷ.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8549640" y="5074920"/>
            <a:ext cx="2788920" cy="9144"/>
          </a:xfrm>
          <a:prstGeom prst="line">
            <a:avLst/>
          </a:prstGeom>
          <a:noFill/>
          <a:ln w="12700">
            <a:solidFill>
              <a:srgbClr val="065A82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549640" y="521208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neuron’s math, repeated thousands of times, is the entire forward pass.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· Forward Propagation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Activation Functions?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activation function, stacking layers is pointless — a chain of linear operations collapses into a single linear operation.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49240" cy="3703320"/>
          </a:xfrm>
          <a:prstGeom prst="roundRect">
            <a:avLst>
              <a:gd name="adj" fmla="val 2963"/>
            </a:avLst>
          </a:prstGeom>
          <a:solidFill>
            <a:srgbClr val="F7FAFC"/>
          </a:solidFill>
          <a:ln w="12700">
            <a:solidFill>
              <a:srgbClr val="D6DC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514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Activation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 only — can’t separate curved or complex patterns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3337560"/>
          <a:ext cx="48006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2286000"/>
            <a:ext cx="5349240" cy="3703320"/>
          </a:xfrm>
          <a:prstGeom prst="roundRect">
            <a:avLst>
              <a:gd name="adj" fmla="val 2963"/>
            </a:avLst>
          </a:prstGeom>
          <a:solidFill>
            <a:srgbClr val="EAF3F8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2514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Activation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3796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Bends and curves — can model complex, real-world relationships</a:t>
            </a:r>
            <a:endParaRPr lang="en-US" sz="115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537960" y="3337560"/>
          <a:ext cx="48006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· Non-Linearity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Activation Functions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7FAFC"/>
          </a:solidFill>
          <a:ln w="12700">
            <a:solidFill>
              <a:srgbClr val="D6DC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73152" cy="4846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(0, 1)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σ(z) = 1 / (1 + e⁻ᶻ)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2560320"/>
          <a:ext cx="48463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9" name="Image 0" descr="/home/claude/nn_pptx/icons/check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61772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457200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 for binary classification — squashes any value into a probability-like range.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22960" y="5623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Saturates for large |z|, which slows learning in deep networks.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17920" y="128016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7FAFC"/>
          </a:solidFill>
          <a:ln w="12700">
            <a:solidFill>
              <a:srgbClr val="D6DCE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17920" y="1280160"/>
            <a:ext cx="73152" cy="4846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0"/>
          <p:cNvSpPr/>
          <p:nvPr/>
        </p:nvSpPr>
        <p:spPr>
          <a:xfrm>
            <a:off x="6492240" y="1463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492240" y="18470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(−1, 1)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49224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tanh(z) = (eᶻ − e⁻ᶻ) / (eᶻ + e⁻ᶻ)</a:t>
            </a:r>
            <a:endParaRPr lang="en-US" sz="1300" dirty="0"/>
          </a:p>
        </p:txBody>
      </p:sp>
      <p:graphicFrame>
        <p:nvGraphicFramePr>
          <p:cNvPr id="17" name="Chart 1" descr=""/>
          <p:cNvGraphicFramePr/>
          <p:nvPr/>
        </p:nvGraphicFramePr>
        <p:xfrm>
          <a:off x="6492240" y="2560320"/>
          <a:ext cx="48463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18" name="Image 1" descr="/home/claude/nn_pptx/icons/check-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61772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12280" y="457200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 — zero-centered output often trains faster than sigmoid.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492240" y="5623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Still saturates at the extremes, though less than sigmoid.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· Activation Functions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Activation Functions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7FAFC"/>
          </a:solidFill>
          <a:ln w="12700">
            <a:solidFill>
              <a:srgbClr val="D6DC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73152" cy="4846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[0, ∞)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f(z) = max(0, z)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2560320"/>
          <a:ext cx="48463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9" name="Image 0" descr="/home/claude/nn_pptx/icons/check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61772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457200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for hidden layers — fast to compute and avoids vanishing gradients for z &gt; 0.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22960" y="5623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"Dead neurons" can occur when z stays negative and the gradient becomes 0.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217920" y="128016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7FAFC"/>
          </a:solidFill>
          <a:ln w="12700">
            <a:solidFill>
              <a:srgbClr val="D6DCE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17920" y="1280160"/>
            <a:ext cx="73152" cy="4846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0"/>
          <p:cNvSpPr/>
          <p:nvPr/>
        </p:nvSpPr>
        <p:spPr>
          <a:xfrm>
            <a:off x="6492240" y="1463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492240" y="18470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(0, 1), sums to 1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49224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f(zᵢ) = e^zᵢ / Σⱼ e^zⱼ</a:t>
            </a:r>
            <a:endParaRPr lang="en-US" sz="1300" dirty="0"/>
          </a:p>
        </p:txBody>
      </p:sp>
      <p:graphicFrame>
        <p:nvGraphicFramePr>
          <p:cNvPr id="17" name="Chart 1" descr=""/>
          <p:cNvGraphicFramePr/>
          <p:nvPr/>
        </p:nvGraphicFramePr>
        <p:xfrm>
          <a:off x="6492240" y="2606040"/>
          <a:ext cx="48463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 13"/>
          <p:cNvSpPr/>
          <p:nvPr/>
        </p:nvSpPr>
        <p:spPr>
          <a:xfrm>
            <a:off x="6492240" y="47091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scores into a probability distribution across classes — the standard choice for multi-class output layers.</a:t>
            </a:r>
            <a:endParaRPr lang="en-US" sz="1250" dirty="0"/>
          </a:p>
        </p:txBody>
      </p:sp>
      <p:pic>
        <p:nvPicPr>
          <p:cNvPr id="19" name="Image 1" descr="/home/claude/nn_pptx/icons/check-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532120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39712" y="54864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almost exclusively in the final layer, not hidden layers.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· Activation Functions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Activation Function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19456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1417320"/>
            <a:ext cx="21031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417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417320"/>
            <a:ext cx="37490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17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95360" y="1417320"/>
            <a:ext cx="30175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1417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2194560" cy="7772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0" y="1965960"/>
            <a:ext cx="2103120" cy="7772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9659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(0, 1)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1965960"/>
            <a:ext cx="3749040" cy="7772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9659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output layer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595360" y="1965960"/>
            <a:ext cx="3017520" cy="7772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19659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2194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43200" y="274320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2743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(−1, 1)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46320" y="2743200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743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 (older nets)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595360" y="274320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2743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saturates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3520440"/>
            <a:ext cx="2194560" cy="7772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520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743200" y="3520440"/>
            <a:ext cx="2103120" cy="7772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35204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∞)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846320" y="3520440"/>
            <a:ext cx="3749040" cy="7772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5204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 (default)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595360" y="3520440"/>
            <a:ext cx="3017520" cy="77724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5360" y="3520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neurons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4297680"/>
            <a:ext cx="2194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297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743200" y="429768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0" y="4297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1), sums to 1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846320" y="4297680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42976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output layer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595360" y="429768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95360" y="42976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 only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start with ReLU in hidden layers, then match the output layer’s activation to your task (sigmoid for binary, softmax for multi-class).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· Activation Functions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1822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nn_pptx/icons/layers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56816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8308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are layers of simple neurons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combines weighted inputs, plus a bias, into a single value.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5544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1822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4652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nn_pptx/icons/gitBranch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95681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78308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propagation moves data forward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446520" y="251460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hidden layers → output, one layer’s output feeding the next.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8404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1822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nn_pptx/icons/zap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24281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06908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add non-linearity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22960" y="480060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them, any depth of network reduces to one linear function.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72200" y="38404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1822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46520" y="4114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/home/claude/nn_pptx/icons/target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4242816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406908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activations by role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46520" y="480060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for hidden layers; sigmoid or softmax for the output layer, by task.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· Summary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2026-09-01T18:31:31Z</dcterms:created>
  <dcterms:modified xsi:type="dcterms:W3CDTF">2026-09-01T18:31:31Z</dcterms:modified>
</cp:coreProperties>
</file>